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118872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457200"/>
            <a:ext cx="1005840" cy="1005840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4754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Gym Planner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783080" y="1170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University Review — Phase 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83080" y="1572768"/>
            <a:ext cx="5029200" cy="22860"/>
          </a:xfrm>
          <a:prstGeom prst="rect">
            <a:avLst/>
          </a:prstGeom>
          <a:solidFill>
            <a:srgbClr val="4A5A6A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Fitness · Cloud Sync · AI Personalization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FITTECH INNOVATORS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" y="2706624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2633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Voris Ernazarov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24128" y="2852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Developer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2706624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</p:sp>
      <p:sp>
        <p:nvSpPr>
          <p:cNvPr id="16" name="Text 13"/>
          <p:cNvSpPr/>
          <p:nvPr/>
        </p:nvSpPr>
        <p:spPr>
          <a:xfrm>
            <a:off x="4956048" y="2633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Fotima Rahimova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56048" y="2852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3300984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</p:sp>
      <p:sp>
        <p:nvSpPr>
          <p:cNvPr id="19" name="Text 16"/>
          <p:cNvSpPr/>
          <p:nvPr/>
        </p:nvSpPr>
        <p:spPr>
          <a:xfrm>
            <a:off x="1024128" y="3227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Odina Otayorova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24128" y="3447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3300984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</p:sp>
      <p:sp>
        <p:nvSpPr>
          <p:cNvPr id="22" name="Text 19"/>
          <p:cNvSpPr/>
          <p:nvPr/>
        </p:nvSpPr>
        <p:spPr>
          <a:xfrm>
            <a:off x="4956048" y="3227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Zuhra Rahimova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56048" y="3447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32320" y="1737360"/>
            <a:ext cx="1737360" cy="685800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3232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32320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132320" y="2606040"/>
            <a:ext cx="1737360" cy="685800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132320" y="2697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132320" y="2953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132320" y="3474720"/>
            <a:ext cx="1737360" cy="68580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132320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32320" y="3822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 &amp; Value Proposition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Gym Planner is the future of personal coaching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234440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54864" cy="1234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fitness apps are either too complex or too generic.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Gym Planner solves both — intelligently."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2578608" cy="221284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2724912"/>
            <a:ext cx="475488" cy="475488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858" y="2820010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3101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363931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Gemini-driven workout suggestions tailored to your history and fitness level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4408" y="2578608"/>
            <a:ext cx="2578608" cy="221284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5968" y="2724912"/>
            <a:ext cx="475488" cy="475488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66" y="2820010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3101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363931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keeps your data synced across every device, instantly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71616" y="2578608"/>
            <a:ext cx="2578608" cy="221284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23176" y="2724912"/>
            <a:ext cx="475488" cy="475488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274" y="2820010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6208" y="33101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36208" y="363931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 auto-logs your walks and runs — no manual input needed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tools chosen for scalability and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0" cy="548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16152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1285646"/>
            <a:ext cx="208483" cy="208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704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24128" y="13898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declarative UI · Material 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5029200" cy="548640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1837944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1907438"/>
            <a:ext cx="208483" cy="2084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792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24128" y="2011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· Google Sign-In via Credential Manager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359152"/>
            <a:ext cx="5029200" cy="548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928" y="2459736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529230"/>
            <a:ext cx="208483" cy="2084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24140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24128" y="2633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sync · offline persistence · real-time listeners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2980944"/>
            <a:ext cx="5029200" cy="548640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6928" y="308152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3151022"/>
            <a:ext cx="208483" cy="2084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0358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 API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24128" y="32552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Services · walking / running detection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602736"/>
            <a:ext cx="5029200" cy="548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66928" y="3703320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3772814"/>
            <a:ext cx="208483" cy="2084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4128" y="36576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SDK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024128" y="38770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workout plans · context-aware prompts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7200" y="4224528"/>
            <a:ext cx="5029200" cy="548640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66928" y="4325112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" y="4394606"/>
            <a:ext cx="208483" cy="2084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24128" y="4279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024128" y="44988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cache · Single Source of Truth · offline-first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715000" y="1115568"/>
            <a:ext cx="2971800" cy="3730752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5715000" y="12070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5943600" y="1572768"/>
            <a:ext cx="2514600" cy="658368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5943600" y="16459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943600" y="19019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Screens + ViewModels</a:t>
            </a:r>
            <a:endParaRPr lang="en-US" sz="8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2267712"/>
            <a:ext cx="201168" cy="201168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5943600" y="2532888"/>
            <a:ext cx="2514600" cy="658368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5943600" y="26060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5943600" y="2862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WorkoutRepository</a:t>
            </a:r>
            <a:endParaRPr lang="en-US" sz="85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227832"/>
            <a:ext cx="201168" cy="20116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5943600" y="3493008"/>
            <a:ext cx="2514600" cy="658368"/>
          </a:xfrm>
          <a:prstGeom prst="rect">
            <a:avLst/>
          </a:prstGeom>
          <a:solidFill>
            <a:srgbClr val="1ABC9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5943600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943600" y="38221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 ·  Firestore  ·  APIs</a:t>
            </a:r>
            <a:endParaRPr lang="en-US" sz="850" dirty="0"/>
          </a:p>
        </p:txBody>
      </p:sp>
      <p:sp>
        <p:nvSpPr>
          <p:cNvPr id="47" name="Text 3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Seamless Onboarding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authentication with zero-friction user setup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240280" cy="393192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078992"/>
            <a:ext cx="2084832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4640" y="1024128"/>
            <a:ext cx="5852160" cy="11155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44368" y="1371600"/>
            <a:ext cx="420624" cy="420624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493" y="145572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3008" y="1152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93008" y="14447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authentication via Credential Manager API. No passwords required. Instant account access.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834640" y="2286000"/>
            <a:ext cx="5852160" cy="1115568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44368" y="2633472"/>
            <a:ext cx="420624" cy="420624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93" y="2717597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93008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Password Auth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93008" y="270662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Firebase Auth with form validation, error mapping, and password visibility toggle.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834640" y="3547872"/>
            <a:ext cx="5852160" cy="11155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944368" y="3895344"/>
            <a:ext cx="420624" cy="420624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493" y="3979469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93008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Personalization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493008" y="39684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name, photo, and fitness level stored in Firestore on first login.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834640" y="4434840"/>
            <a:ext cx="1371600" cy="237744"/>
          </a:xfrm>
          <a:prstGeom prst="rect">
            <a:avLst/>
          </a:prstGeom>
          <a:solidFill>
            <a:srgbClr val="1A7A4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834640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Smart Activity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physical movement — no user action required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92240" y="960120"/>
            <a:ext cx="2240280" cy="3977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65392" y="1033272"/>
            <a:ext cx="2084832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05840"/>
            <a:ext cx="566928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" y="116128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1230782"/>
            <a:ext cx="208483" cy="2084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078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Services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87552" y="13167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 API · 60s interval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49808" y="1700784"/>
            <a:ext cx="164592" cy="16459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11480" y="1783080"/>
            <a:ext cx="5669280" cy="658368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30352" y="193852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2008022"/>
            <a:ext cx="208483" cy="2084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7552" y="185623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Detection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87552" y="20939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· RUNNING · 70%+ confidence threshold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49808" y="2478024"/>
            <a:ext cx="164592" cy="16459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11480" y="2560320"/>
            <a:ext cx="566928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30352" y="271576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" y="2785262"/>
            <a:ext cx="208483" cy="20848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87552" y="26334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987552" y="28712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SmartActivityEntity saved locally (isSynced=false)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49808" y="3255264"/>
            <a:ext cx="164592" cy="164592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11480" y="3337560"/>
            <a:ext cx="5669280" cy="658368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530352" y="349300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846" y="3562502"/>
            <a:ext cx="208483" cy="20848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87552" y="34107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Sync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987552" y="36484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upload · retries on failure</a:t>
            </a:r>
            <a:endParaRPr lang="en-US" sz="9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9808" y="4032504"/>
            <a:ext cx="164592" cy="164592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411480" y="4114800"/>
            <a:ext cx="566928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530352" y="427024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846" y="4339742"/>
            <a:ext cx="208483" cy="208483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87552" y="41879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Dashboard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987552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 · 0h 47m total · 13 walking sessions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411480" y="47365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 with health notification · ACTIVITY_RECOGNITION permission · minSdk 26</a:t>
            </a:r>
            <a:endParaRPr lang="en-US" sz="800" dirty="0"/>
          </a:p>
        </p:txBody>
      </p:sp>
      <p:sp>
        <p:nvSpPr>
          <p:cNvPr id="36" name="Shape 24"/>
          <p:cNvSpPr/>
          <p:nvPr/>
        </p:nvSpPr>
        <p:spPr>
          <a:xfrm>
            <a:off x="411480" y="4453128"/>
            <a:ext cx="1371600" cy="237744"/>
          </a:xfrm>
          <a:prstGeom prst="rect">
            <a:avLst/>
          </a:prstGeom>
          <a:solidFill>
            <a:srgbClr val="1A7A4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411480" y="4453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800" dirty="0"/>
          </a:p>
        </p:txBody>
      </p:sp>
      <p:sp>
        <p:nvSpPr>
          <p:cNvPr id="38" name="Text 2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Workout History &amp; Logging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logging meets AI coaching — unified in one calendar 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148840" cy="3977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033272"/>
            <a:ext cx="1993392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606040" y="960120"/>
            <a:ext cx="2148840" cy="3977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79192" y="1033272"/>
            <a:ext cx="1993392" cy="3794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83480" y="1005840"/>
            <a:ext cx="3749040" cy="768096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102352" y="1170432"/>
            <a:ext cx="365760" cy="365760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124358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10789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Calendar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577840" y="131673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weekly strip with green dot indicators for days with logged activity.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983480" y="1901952"/>
            <a:ext cx="3749040" cy="768096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102352" y="2066544"/>
            <a:ext cx="365760" cy="365760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213969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197510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Exercise Logging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577840" y="22128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exercise, sets, reps, weight and notes. Saved to Room instantly.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983480" y="2798064"/>
            <a:ext cx="3749040" cy="768096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02352" y="2962656"/>
            <a:ext cx="365760" cy="365760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303580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77840" y="28712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 Coach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577840" y="310896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analyses your history and surfaces a recommendation card at the top.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983480" y="3694176"/>
            <a:ext cx="3749040" cy="768096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102352" y="3858768"/>
            <a:ext cx="365760" cy="365760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393192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77840" y="376732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Activity Overlay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5577840" y="40050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Walking/running sessions auto-appear in the history alongside manual logs.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983480" y="4645152"/>
            <a:ext cx="1371600" cy="237744"/>
          </a:xfrm>
          <a:prstGeom prst="rect">
            <a:avLst/>
          </a:prstGeom>
          <a:solidFill>
            <a:srgbClr val="1A7A4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983480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Achievement — The Sync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architecture: Room is always the single source of truth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840480" cy="365760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474720" cy="36576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workout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2148840" y="1901952"/>
            <a:ext cx="137160" cy="137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2002536"/>
            <a:ext cx="3474720" cy="3657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20025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insert (instant)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148840" y="2395728"/>
            <a:ext cx="137160" cy="137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4360" y="2496312"/>
            <a:ext cx="3474720" cy="36576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2496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isSynced = false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148840" y="2889504"/>
            <a:ext cx="137160" cy="1371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94360" y="2990088"/>
            <a:ext cx="3474720" cy="3657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94360" y="2990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coroutine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48840" y="3383280"/>
            <a:ext cx="137160" cy="1371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4360" y="3483864"/>
            <a:ext cx="3474720" cy="36576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94360" y="3483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upload ✓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148840" y="3877056"/>
            <a:ext cx="137160" cy="1371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94360" y="3977640"/>
            <a:ext cx="3474720" cy="365760"/>
          </a:xfrm>
          <a:prstGeom prst="rect">
            <a:avLst/>
          </a:prstGeom>
          <a:solidFill>
            <a:srgbClr val="1ABC9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9436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isSynced = true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80560" y="1097280"/>
            <a:ext cx="4251960" cy="365760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4480560" y="117043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STATES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663440" y="1481328"/>
            <a:ext cx="3886200" cy="1371600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63440" y="1481328"/>
            <a:ext cx="45720" cy="1371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Shape 20"/>
          <p:cNvSpPr/>
          <p:nvPr/>
        </p:nvSpPr>
        <p:spPr>
          <a:xfrm>
            <a:off x="4754880" y="1609344"/>
            <a:ext cx="384048" cy="384048"/>
          </a:xfrm>
          <a:prstGeom prst="ellipse">
            <a:avLst/>
          </a:prstGeom>
          <a:solidFill>
            <a:srgbClr val="3D2B0A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1690" y="1686154"/>
            <a:ext cx="230429" cy="2304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30368" y="15361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(isSynced = false)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5230368" y="1792224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 in Room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icon shows queue indicator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Retried on next app launch or connectivity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4663440" y="3017520"/>
            <a:ext cx="3886200" cy="1371600"/>
          </a:xfrm>
          <a:prstGeom prst="rect">
            <a:avLst/>
          </a:prstGeom>
          <a:solidFill>
            <a:srgbClr val="1C2F4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663440" y="3017520"/>
            <a:ext cx="45720" cy="13716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Shape 25"/>
          <p:cNvSpPr/>
          <p:nvPr/>
        </p:nvSpPr>
        <p:spPr>
          <a:xfrm>
            <a:off x="4754880" y="3145536"/>
            <a:ext cx="384048" cy="384048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690" y="3222346"/>
            <a:ext cx="230429" cy="230429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30368" y="307238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(isSynced = true)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5230368" y="3328416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in Firestore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New-device restore reads from cloud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is updated — no duplicate writes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411480" y="4754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guarantees zero data loss even with intermittent connectivity.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Transformation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functional prototype to pixel-perfect Cloud Design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931920" cy="384048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52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PROGRESS BUILD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HomeScreen + ExerciseList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56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Jetpack Compose cards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mock data fallback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Firestore sync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workout plan logic only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1688" y="2651760"/>
            <a:ext cx="411480" cy="411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46320" y="1078992"/>
            <a:ext cx="3886200" cy="3840480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078992"/>
            <a:ext cx="3886200" cy="228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11521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FINAL PRODUCT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10912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screens with bottom navigation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10912" y="1956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Design spec — #0F1923 / #2ECC71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10912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Google Sign-In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10912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real-time sync with states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10912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 foreground service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10912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coaching card on History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persistence — Room for offline, Firestore for cloud sync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14800" cy="38587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52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STRUCTURE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88366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{uid}/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0704" y="2286000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profile/data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6736" y="2688336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displayName, fitnessLevel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60704" y="309067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workoutLogs/{logId}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16736" y="349300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exerciseName, sets, reps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60704" y="3895344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smartActivities/{id}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16736" y="429768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activityType, durationMinutes, confidence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069080" cy="38587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521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LOCAL DATABASE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28032" y="1463040"/>
            <a:ext cx="3749040" cy="246888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14630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workout_logs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28032" y="1709928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7099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28032" y="1892808"/>
            <a:ext cx="3749040" cy="1828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18928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28032" y="2075688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075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28032" y="2258568"/>
            <a:ext cx="3749040" cy="1828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2585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exerciseName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28032" y="2441448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441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reps, weightKg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28032" y="2624328"/>
            <a:ext cx="3749040" cy="1828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26243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isSynced ← KEY FIELD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28032" y="2944368"/>
            <a:ext cx="3749040" cy="246888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29443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smart_activities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191256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1912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activityType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28032" y="3374136"/>
            <a:ext cx="3749040" cy="1828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3741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durationMinutes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28032" y="3557016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35570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28032" y="3739896"/>
            <a:ext cx="3749040" cy="1828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37398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isSynced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828032" y="4059936"/>
            <a:ext cx="3749040" cy="246888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28032" y="40599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user_profile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28032" y="4306824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43068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(PK)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28032" y="4489704"/>
            <a:ext cx="3749040" cy="18288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44897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fitnessLevel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28032" y="4672584"/>
            <a:ext cx="3749040" cy="182880"/>
          </a:xfrm>
          <a:prstGeom prst="rect">
            <a:avLst/>
          </a:prstGeom>
          <a:solidFill>
            <a:srgbClr val="1C2F42"/>
          </a:solidFill>
          <a:ln/>
        </p:spPr>
      </p:sp>
      <p:sp>
        <p:nvSpPr>
          <p:cNvPr id="47" name="Text 45"/>
          <p:cNvSpPr/>
          <p:nvPr/>
        </p:nvSpPr>
        <p:spPr>
          <a:xfrm>
            <a:off x="4919472" y="46725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weeklyGoalDays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problems — and how we solved them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228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0700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" y="1276502"/>
            <a:ext cx="208483" cy="2084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46120" y="1234440"/>
            <a:ext cx="1097280" cy="201168"/>
          </a:xfrm>
          <a:prstGeom prst="rect">
            <a:avLst/>
          </a:prstGeom>
          <a:solidFill>
            <a:srgbClr val="1A7A44"/>
          </a:solidFill>
          <a:ln/>
        </p:spPr>
      </p:sp>
      <p:sp>
        <p:nvSpPr>
          <p:cNvPr id="9" name="Text 6"/>
          <p:cNvSpPr/>
          <p:nvPr/>
        </p:nvSpPr>
        <p:spPr>
          <a:xfrm>
            <a:off x="324612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32688" y="12070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Fingerprint Issues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70432" y="16459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returned error 10 — app not authorized. OAuth screen never appeared.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21031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70432" y="21031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debug SHA-1 via keytool to Firebase Console. Created separate OAuth 2.0 Web Client ID for Credential Manager.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54880" y="1097280"/>
            <a:ext cx="4114800" cy="178308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097280"/>
            <a:ext cx="4114800" cy="228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Shape 14"/>
          <p:cNvSpPr/>
          <p:nvPr/>
        </p:nvSpPr>
        <p:spPr>
          <a:xfrm>
            <a:off x="4892040" y="120700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1276502"/>
            <a:ext cx="208483" cy="20848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635240" y="1234440"/>
            <a:ext cx="1097280" cy="201168"/>
          </a:xfrm>
          <a:prstGeom prst="rect">
            <a:avLst/>
          </a:prstGeom>
          <a:solidFill>
            <a:srgbClr val="1A7A44"/>
          </a:solidFill>
          <a:ln/>
        </p:spPr>
      </p:sp>
      <p:sp>
        <p:nvSpPr>
          <p:cNvPr id="20" name="Text 16"/>
          <p:cNvSpPr/>
          <p:nvPr/>
        </p:nvSpPr>
        <p:spPr>
          <a:xfrm>
            <a:off x="763524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321808" y="12070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92040" y="16459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559552" y="16459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failed: AGP 8.x incompatible with older KSP version. Room compile errors after adding firebase-bom.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892040" y="21031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559552" y="21031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KSP to 1.9.20-1.0.14, upgraded coroutines-play-services, added packaging exclusions for META-INF conflicts.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65760" y="3017520"/>
            <a:ext cx="4114800" cy="178308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65760" y="3017520"/>
            <a:ext cx="4114800" cy="228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Shape 24"/>
          <p:cNvSpPr/>
          <p:nvPr/>
        </p:nvSpPr>
        <p:spPr>
          <a:xfrm>
            <a:off x="502920" y="312724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" y="3196742"/>
            <a:ext cx="208483" cy="20848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246120" y="3154680"/>
            <a:ext cx="1097280" cy="201168"/>
          </a:xfrm>
          <a:prstGeom prst="rect">
            <a:avLst/>
          </a:prstGeom>
          <a:solidFill>
            <a:srgbClr val="1A7A44"/>
          </a:solidFill>
          <a:ln/>
        </p:spPr>
      </p:sp>
      <p:sp>
        <p:nvSpPr>
          <p:cNvPr id="31" name="Text 26"/>
          <p:cNvSpPr/>
          <p:nvPr/>
        </p:nvSpPr>
        <p:spPr>
          <a:xfrm>
            <a:off x="324612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API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932688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 on Android 14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02920" y="3566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170432" y="356616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foregroundServiceType missing from manifest caused crash on API 34+ devices.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502920" y="40233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1170432" y="40233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android:foregroundServiceType="health" + POST_NOTIFICATIONS permission. Raised minSdk to 26.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754880" y="3017520"/>
            <a:ext cx="4114800" cy="178308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754880" y="3017520"/>
            <a:ext cx="4114800" cy="228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Shape 34"/>
          <p:cNvSpPr/>
          <p:nvPr/>
        </p:nvSpPr>
        <p:spPr>
          <a:xfrm>
            <a:off x="4892040" y="3127248"/>
            <a:ext cx="347472" cy="347472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534" y="3196742"/>
            <a:ext cx="208483" cy="208483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7635240" y="3154680"/>
            <a:ext cx="1097280" cy="201168"/>
          </a:xfrm>
          <a:prstGeom prst="rect">
            <a:avLst/>
          </a:prstGeom>
          <a:solidFill>
            <a:srgbClr val="1A7A44"/>
          </a:solidFill>
          <a:ln/>
        </p:spPr>
      </p:sp>
      <p:sp>
        <p:nvSpPr>
          <p:cNvPr id="42" name="Text 36"/>
          <p:cNvSpPr/>
          <p:nvPr/>
        </p:nvSpPr>
        <p:spPr>
          <a:xfrm>
            <a:off x="763524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UI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5321808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Scaling on Small Screens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4892040" y="35661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5559552" y="356616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strip overflowed on 5.0" screens. Bottom nav items clipped on some densities.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4892040" y="40233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5559552" y="40233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fixed dp widths with Modifier.weight(1f) in LazyRow. Used WindowInsets padding for nav bar.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— from prototype to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06040" cy="1691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76272" y="1188720"/>
            <a:ext cx="68580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176272" y="1188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5488" y="1197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0" y="1481328"/>
            <a:ext cx="402336" cy="402336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507" y="1561795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19933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Full Integration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" y="228600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complete next-day workout plan using 14-day history analysis via gemini-1.5-flash.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0" y="1078992"/>
            <a:ext cx="2606040" cy="1691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10912" y="1188720"/>
            <a:ext cx="68580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5010912" y="1188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10128" y="1197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97680" y="1481328"/>
            <a:ext cx="402336" cy="402336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147" y="1561795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10128" y="19933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 Screen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10128" y="228600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muscle group breakdown chart, streak counter, calorie estimation, and personal records.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035040" y="1078992"/>
            <a:ext cx="2606040" cy="1691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845552" y="1188720"/>
            <a:ext cx="68580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18"/>
          <p:cNvSpPr/>
          <p:nvPr/>
        </p:nvSpPr>
        <p:spPr>
          <a:xfrm>
            <a:off x="7845552" y="1188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144768" y="1197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7132320" y="1481328"/>
            <a:ext cx="402336" cy="402336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787" y="1561795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44768" y="19933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Sharing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144768" y="228600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workout plans with friends. Compare weekly stats. Community challenges.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365760" y="2926080"/>
            <a:ext cx="2606040" cy="1691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176272" y="3035808"/>
            <a:ext cx="68580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0" name="Text 25"/>
          <p:cNvSpPr/>
          <p:nvPr/>
        </p:nvSpPr>
        <p:spPr>
          <a:xfrm>
            <a:off x="2176272" y="3035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75488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1463040" y="3328416"/>
            <a:ext cx="402336" cy="402336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" y="3408883"/>
            <a:ext cx="241402" cy="24140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75488" y="38404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Mode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75488" y="413308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all Firestore data in Room. Full app functionality with zero connectivity.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00400" y="2926080"/>
            <a:ext cx="2606040" cy="1691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010912" y="3035808"/>
            <a:ext cx="685800" cy="2011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8" name="Text 32"/>
          <p:cNvSpPr/>
          <p:nvPr/>
        </p:nvSpPr>
        <p:spPr>
          <a:xfrm>
            <a:off x="5010912" y="3035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3310128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4297680" y="3328416"/>
            <a:ext cx="402336" cy="402336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147" y="3408883"/>
            <a:ext cx="241402" cy="24140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310128" y="38404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3310128" y="413308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OS companion app. Heart rate data from Google Health Services.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6035040" y="2926080"/>
            <a:ext cx="2606040" cy="169164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7845552" y="3035808"/>
            <a:ext cx="685800" cy="2011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6" name="Text 39"/>
          <p:cNvSpPr/>
          <p:nvPr/>
        </p:nvSpPr>
        <p:spPr>
          <a:xfrm>
            <a:off x="7845552" y="3035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6144768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7132320" y="3328416"/>
            <a:ext cx="402336" cy="402336"/>
          </a:xfrm>
          <a:prstGeom prst="ellipse">
            <a:avLst/>
          </a:prstGeom>
          <a:solidFill>
            <a:srgbClr val="1A7A44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787" y="3408883"/>
            <a:ext cx="241402" cy="24140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144768" y="38404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Launch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144768" y="413308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APK, store listing, screenshots, privacy policy, and release build.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A7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38404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Gym Planner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72768" y="10607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Complete — Final University Review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72768" y="14173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Innovators  ·  Voris · Fotima · Odina · Zuhra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1828800" cy="11155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Built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32888" y="2578608"/>
            <a:ext cx="1828800" cy="11155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32888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532888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08576" y="2578608"/>
            <a:ext cx="1828800" cy="11155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08576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608576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84264" y="2578608"/>
            <a:ext cx="1828800" cy="11155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84264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684264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858768"/>
            <a:ext cx="8229600" cy="896112"/>
          </a:xfrm>
          <a:prstGeom prst="rect">
            <a:avLst/>
          </a:prstGeom>
          <a:solidFill>
            <a:srgbClr val="1A7A44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858768"/>
            <a:ext cx="82296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9319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a production-grade fitness application — not just a university demo."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4352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A6A"/>
                </a:solidFill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2026-05-04T08:46:11Z</dcterms:created>
  <dcterms:modified xsi:type="dcterms:W3CDTF">2026-05-04T08:46:11Z</dcterms:modified>
</cp:coreProperties>
</file>